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C244-9835-E9A3-5963-E2C7E9A8A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92DE0-8224-9403-7934-3B463DF0F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6F664-8D67-B120-18D2-DEE3E556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C805-04F2-5877-FB7E-4744E39B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672AD-BF1B-2512-55B8-89A5DE5A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9864-ED81-F438-88E7-00CD067F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60F7-F9DA-A885-3F41-CEACE96A4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DC70B-AB2E-57EB-C324-34293C26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FE5C4-FD60-31C6-B39F-62579BEA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E62B-C8A6-909B-1D10-3CCCCD36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5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E762-01E6-3047-0C31-94D032EF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A6DAD-8536-FF15-D8AC-6E2DEAA63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6652A-4AEF-6C06-843F-6EF7AAC3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720F-5F4C-AE44-8399-03381C23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832FB-7454-415A-C64C-D0795B7E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5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D8EA-7A0D-5B04-F3D0-B5E644EA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A6C1-0804-D7BF-0EF1-33D14E574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0E315-3EB7-A853-350B-D37FEEBB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161E8-1948-77A3-B60C-CF0B130D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70AA7-12D5-14CF-A186-843D0B7C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AAE77-D613-4E20-04D9-E3D5D56E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AB10-A9D2-8091-ABF9-778D9C5B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58C99-5EE0-B725-6181-58D2D047D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C35CA-527B-DEA1-BF5E-F612F5CA3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4B47B-5546-6EFA-5428-CE7026AD6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BA2F3-D822-85F3-9AEB-F2F00B913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569B6-9D68-4620-9D6B-9EBAF8CB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9DD61-E3FC-0877-4DF7-7D8B4856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A2C68-C3C1-97DF-7745-8E6957B0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4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CCBB-7F72-B278-9EA7-ED2261DC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89454-1622-FA56-FD54-6419614B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0FE5C-B7B7-89D8-8A26-A8D22726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987F6-9040-9866-EA93-C100C880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3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5EA4C-A855-2EFD-2450-85BE3C36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DF9D3-5355-5196-860B-21FC73A5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94856-7B94-9E40-DBDC-FBB78C9D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B55F-53C0-781D-F6EC-EA3455BF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5903-0DC3-5816-250A-0463CCC93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4F15C-462B-ED13-9EE2-DAC313045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11C9C-54EC-9172-4733-AC2C11AC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93420-2DF9-CC04-A0A4-6A053A04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B7F4A-5349-A9F9-6E8E-DB1F840D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9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7229-C265-A604-0213-C10C6551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5C4BE-3B4D-F978-C73B-5A875273B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5CED4-7C19-FCB9-11F6-04EA4CCF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7750-D859-8EBD-9073-C98A3051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CD0B7-5E49-C7E8-0191-71F935A6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BA70C-87FF-8A43-3271-F7047991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9768-7A06-4E5F-FB30-0DC5872D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EDAFD-EE7B-FFC3-223D-7F6BC07F6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52FC-5CBF-4DB8-0A57-2B1E2C3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0FB3-C144-15A0-8AC7-E9C0BBC9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83CE-5991-4146-B42D-2DEFB087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2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61168-B9C3-2FBC-C339-EFDC185A3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6CD18-E0F7-7DFA-5028-6E4F91DDB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3895E-5CFF-05CC-2CE6-8142A8B5A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27641-2FFD-F21D-E282-39E1276E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5FB78-DA30-DEEA-9386-F7C932EE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8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31E7B-9460-F884-8754-412273FF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51520-1649-A27F-D117-9AECB610E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4B8C-EF45-C03A-4AE5-B9423EC32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E0E90-3464-41CA-A737-8746EE64649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D839E-56F7-36E9-0672-17F2E4F06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F8D10-7FB5-8933-13B5-18FB6D490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E23BB-DD84-4CCB-A640-0B77271F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 graph of blue dots and red lines&#10;&#10;AI-generated content may be incorrect.">
            <a:extLst>
              <a:ext uri="{FF2B5EF4-FFF2-40B4-BE49-F238E27FC236}">
                <a16:creationId xmlns:a16="http://schemas.microsoft.com/office/drawing/2014/main" id="{7F5DDC12-A592-24CD-8750-D55A231A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06" y="277864"/>
            <a:ext cx="4264922" cy="3198692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diagram of a scatter plot&#10;&#10;AI-generated content may be incorrect.">
            <a:extLst>
              <a:ext uri="{FF2B5EF4-FFF2-40B4-BE49-F238E27FC236}">
                <a16:creationId xmlns:a16="http://schemas.microsoft.com/office/drawing/2014/main" id="{686787AA-8A64-60F9-6383-A18F56325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857" y="277864"/>
            <a:ext cx="4264922" cy="3198692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A graph of blue dots and red lines&#10;&#10;AI-generated content may be incorrect.">
            <a:extLst>
              <a:ext uri="{FF2B5EF4-FFF2-40B4-BE49-F238E27FC236}">
                <a16:creationId xmlns:a16="http://schemas.microsoft.com/office/drawing/2014/main" id="{4BA57CDA-0E90-D13A-17F9-B7D0AC164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189" y="3477135"/>
            <a:ext cx="4269357" cy="3202019"/>
          </a:xfrm>
          <a:prstGeom prst="rect">
            <a:avLst/>
          </a:prstGeom>
        </p:spPr>
      </p:pic>
      <p:pic>
        <p:nvPicPr>
          <p:cNvPr id="51" name="Picture 50" descr="A diagram of a graph&#10;&#10;AI-generated content may be incorrect.">
            <a:extLst>
              <a:ext uri="{FF2B5EF4-FFF2-40B4-BE49-F238E27FC236}">
                <a16:creationId xmlns:a16="http://schemas.microsoft.com/office/drawing/2014/main" id="{DA18B5A1-F5DC-248A-AE9D-D3A198C42B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65" y="3476556"/>
            <a:ext cx="4282114" cy="321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1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Sparkes</dc:creator>
  <cp:lastModifiedBy>Andrew Sparkes</cp:lastModifiedBy>
  <cp:revision>1</cp:revision>
  <dcterms:created xsi:type="dcterms:W3CDTF">2025-12-16T07:32:22Z</dcterms:created>
  <dcterms:modified xsi:type="dcterms:W3CDTF">2025-12-16T07:59:00Z</dcterms:modified>
</cp:coreProperties>
</file>